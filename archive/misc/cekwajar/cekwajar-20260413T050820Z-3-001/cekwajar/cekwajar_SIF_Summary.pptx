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Strategy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Framework (SIF)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 — Platform Kecerdasan Data Konsumen Indonesia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931920"/>
            <a:ext cx="2743200" cy="73152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411480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SIF?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Identification Framework adalah metodologi sistematis untuk: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pilihan strategis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alternatif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Menyelaraskan dengan tujuan organisasi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93192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 cekwajar.id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transparansi &amp; keadilan finansial kepada setiap orang Indonesia melalui data intelligence yang terpercaya dan mudah diakses.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Goals (Tujuan) Organisasi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1371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platform benchmark data keuangan #1 di Indonesia dalam 3 tahun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sebagai sumber tunggal terpercaya untuk komparasi gaji, properti, dan biaya hidup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371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Membantu 10 juta orang Indonesia mendapatkan transparansi &amp; keadilan finansial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Memberdayakan keputusan finansial yang lebih baik melalui data yang akurat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371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database crowdsourced terbesar untuk gaji, properti, dan biaya hidup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effect: Lebih banyak data = Benchmark lebih akurat = Lebih banyak pengguna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137160" cy="3657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Mencapai profitabilitas melalui model freemium + lisensi B2B dalam 24 bulan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revenue: Consumer freemium, B2B licensing (HR, bank, developer properti)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Scope (Lingkup) Organisasi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 Pelanggan Utama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formal (50M+)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 kerja &amp; fresh graduate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 properti pertama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Gen Z mempertimbangkan karir di luar negeri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 &amp; rekruter perusahaan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properti &amp; institusi keuangan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202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Tools Core: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Wajar Gaji, Slip, Kabur, Tanah, Hidup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Analytics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insights untuk HR &amp; finance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Jangkauan Geografis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463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46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Indonesia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awal: Jakarta, Surabaya, Bandung, Medan (kota tier 1 dengan kepadatan data tinggi)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Ekspansi nasional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Jangkauan penuh ke seluruh pulau utama setelah PMF 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Competitive Advantage — Penciptaan Nilai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cekwajar.id Menciptakan Nilai?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produk/layanan yang sangat sesuai dengan kebutuhan (salary anxiety, payslip confusion, property opacity)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pelanggan mengakses layanan kami (mobile-first, Bahasa Indonesia, 30 detik to verdict)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Mengkomunikasikan manfaat secara efektif (TikTok-first content, viral hooks)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09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663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reputasi sebagai platform data terpercaya berbasis BPS/BPN/Kemnaker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 Keunggulan yang Diharapkan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Keunggulan Kompetitif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23360" cy="210312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Persepsi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Verdikt profesional setara konsultasi HR/properti, berbasis data resmi BPS/BPN/Kemnaker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210312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TERJANGKAU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29K-99K/bulan — akses kelas menengah Indonesia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1737360"/>
          </a:xfrm>
          <a:prstGeom prst="rect">
            <a:avLst/>
          </a:prstGeom>
          <a:solidFill>
            <a:srgbClr val="1B4F7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Proposisi Nilai Unik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 menawarkan analisis kelas profesional dengan harga terjangkau. Harga premium kami jauh di bawah konsultan, namun kualitas melampaui tools gratis yang ada.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Competitive Advantage Saat Ini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Pelanggan Memilih cekwajar.id?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86868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Unik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99339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platform yang mengintegrasikan 5 jenis data keuangan dalam satu brand 'Wajar'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992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Kemudahan Akses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99923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Verdikt instan dalam 30 detik, bahasa Indonesia, mobile-first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Reputasi Terpercaya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400507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berbasis sumber resmi (BPS, BPN, Kemnaker) memberikan kredibilitas tinggi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822960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109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Kompetitif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5010912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premium dengan harga gratis/terjangkau — tidak tersedia dari kompetitor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 Sumber Competitive Advantage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402336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(Sumber Daya)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crowdsourced yang terus tumbuh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 mendorong nilai eksponensial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strategis dengan BPS, BPN, Kemnaker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Kredibilitas data government-backed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 'Wajar' yang kuat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di kalangan Gen Z &amp; millennials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(Kemampuan)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benchmarking real-time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verdikt yang tinggi &amp; cepat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konten TikTok yang viral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rendah, engagement tinggi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data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Kualitas data yang terus meningkat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3C. Capturing Value (Menangkap Nilai)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cekwajar.id Menangkap Nilai?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Pengguna Besar &amp; Beragam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bergantung pada segmen tunggal — revenue dari consumer + enterprise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via Riwayat Data Personal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banyak digunakan, semakin personal &amp; berharga datanya untuk pengguna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bank, developer properti = pembeli institusional dengan WTP (Willingness to Pay) tinggi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banyak data crowdsourced = Benchmark makin akurat = Lebih banyak pengguna = Siklus pertumbuhan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Logic of Success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misi kami masuk akal?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270 juta orang Indonesia menghadapi opasitas data keuangan yang ekstrem setiap hari — pasar sangat besar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Kata 'wajar' sudah tertanam dalam psikologi konsumen Indonesia — brand resonance tinggi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Tidak ada kompetitor yang mengintegrasikan gaji + slip + abroad + tanah + biaya hidup — whitespace pasar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Distribusi TikTok memungkinkan akuisisi organik dengan CAC mendekati nol — unit economics favorable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Data crowdsourced menciptakan network effect yang sulit ditiru — moat yang kuat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 Permintaan akan terus tumbuh seiring meningkatnya literasi keuangan Gen Z — tailwind jangka panjang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Risiko &amp; Asumsi Kritis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65760"/>
          </a:xfrm>
          <a:prstGeom prst="rect">
            <a:avLst/>
          </a:prstGeom>
          <a:solidFill>
            <a:srgbClr val="28B46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402336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28B4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Asumsi Kritis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Keterbukaan pengguna untuk berbagi data gaji &amp; properti pribadi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bukan blocker utama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data BPS/BPN memadai sebagai baseline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partnerships stabil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tetap menjadi channel distribusi dominan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organik tetap favorable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438912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Weaknesses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Monetisasi lambat jika WTP (Willingness to Pay) rendah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Profitabilitas tertunda &gt; 24 bulan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copycat dari platform besar (Tokopedia, OLX, fintech)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Kompetitor dengan userbase besar bisa scale cepat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pada sumber data pemerintah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bisa impact validitas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 cekwajar.id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keunggulan informasi kepada setiap orang Indonesia yang sebelumnya hanya dimiliki oleh mereka yang berkuasa.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Pendek: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PMF → MVP 3 Tools → Akuisisi 10K Pengguna → Monetisasi → B2B Expansion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cekwajar.id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cekwajar.id SIF Summary</dc:title>
  <dc:subject>PptxGenJS Presentation</dc:subject>
  <dc:creator>cekwajar.id Strategy Team</dc:creator>
  <cp:lastModifiedBy>cekwajar.id Strategy Team</cp:lastModifiedBy>
  <cp:revision>1</cp:revision>
  <dcterms:created xsi:type="dcterms:W3CDTF">2026-04-03T06:14:35Z</dcterms:created>
  <dcterms:modified xsi:type="dcterms:W3CDTF">2026-04-03T06:14:35Z</dcterms:modified>
</cp:coreProperties>
</file>